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2" r:id="rId6"/>
    <p:sldId id="260" r:id="rId7"/>
    <p:sldId id="261" r:id="rId8"/>
    <p:sldId id="267" r:id="rId9"/>
    <p:sldId id="266"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ja-JP" altLang="en-US"/>
              <a:t>マスター タイトルの書式設定</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2505407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80646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2078026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1452899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17020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7" name="Date Placeholder 2"/>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3"/>
          <p:cNvSpPr>
            <a:spLocks noGrp="1"/>
          </p:cNvSpPr>
          <p:nvPr>
            <p:ph type="ftr" sz="quarter" idx="11"/>
          </p:nvPr>
        </p:nvSpPr>
        <p:spPr/>
        <p:txBody>
          <a:bodyPr/>
          <a:lstStyle/>
          <a:p>
            <a:endParaRPr kumimoji="1" lang="ja-JP" altLang="en-US"/>
          </a:p>
        </p:txBody>
      </p:sp>
      <p:sp>
        <p:nvSpPr>
          <p:cNvPr id="6" name="Slide Number Placeholder 4"/>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1288970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2"/>
          <p:cNvSpPr>
            <a:spLocks noGrp="1"/>
          </p:cNvSpPr>
          <p:nvPr>
            <p:ph type="ftr" sz="quarter" idx="11"/>
          </p:nvPr>
        </p:nvSpPr>
        <p:spPr/>
        <p:txBody>
          <a:bodyPr/>
          <a:lstStyle/>
          <a:p>
            <a:endParaRPr kumimoji="1" lang="ja-JP" altLang="en-US"/>
          </a:p>
        </p:txBody>
      </p:sp>
      <p:sp>
        <p:nvSpPr>
          <p:cNvPr id="6" name="Slide Number Placeholder 3"/>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1415448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7" name="Date Placeholder 4"/>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5"/>
          <p:cNvSpPr>
            <a:spLocks noGrp="1"/>
          </p:cNvSpPr>
          <p:nvPr>
            <p:ph type="ftr" sz="quarter" idx="11"/>
          </p:nvPr>
        </p:nvSpPr>
        <p:spPr/>
        <p:txBody>
          <a:bodyPr/>
          <a:lstStyle/>
          <a:p>
            <a:endParaRPr kumimoji="1" lang="ja-JP" altLang="en-US"/>
          </a:p>
        </p:txBody>
      </p:sp>
      <p:sp>
        <p:nvSpPr>
          <p:cNvPr id="6" name="Slide Number Placeholder 6"/>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601624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384735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829702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ja-JP" altLang="en-US"/>
              <a:t>マスター タイトルの書式設定</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3058478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ja-JP" altLang="en-US"/>
              <a:t>マスター タイトルの書式設定</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ja-JP" altLang="en-US"/>
              <a:t>マスター テキストの書式設定</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71121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357056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429279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1105107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nchorCtr="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80926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3783780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22C05C5-2B86-47D1-8FE4-40FF26DA2610}" type="datetimeFigureOut">
              <a:rPr kumimoji="1" lang="ja-JP" altLang="en-US" smtClean="0"/>
              <a:t>2026/7/3</a:t>
            </a:fld>
            <a:endParaRPr kumimoji="1" lang="ja-JP"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22FDE1F-051C-4790-AA61-F84349818955}" type="slidenum">
              <a:rPr kumimoji="1" lang="ja-JP" altLang="en-US" smtClean="0"/>
              <a:t>‹#›</a:t>
            </a:fld>
            <a:endParaRPr kumimoji="1" lang="ja-JP" altLang="en-US"/>
          </a:p>
        </p:txBody>
      </p:sp>
    </p:spTree>
    <p:extLst>
      <p:ext uri="{BB962C8B-B14F-4D97-AF65-F5344CB8AC3E}">
        <p14:creationId xmlns:p14="http://schemas.microsoft.com/office/powerpoint/2010/main" val="3334790118"/>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kumimoji="1" sz="4200" b="0" i="0" kern="1200">
          <a:solidFill>
            <a:schemeClr val="tx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7000"/>
            <a:duotone>
              <a:schemeClr val="bg2">
                <a:shade val="69000"/>
                <a:hueMod val="108000"/>
                <a:satMod val="164000"/>
                <a:lumMod val="74000"/>
              </a:schemeClr>
              <a:schemeClr val="bg2">
                <a:tint val="96000"/>
                <a:hueMod val="88000"/>
                <a:satMod val="140000"/>
                <a:lumMod val="132000"/>
              </a:schemeClr>
            </a:duotone>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8B4A8D-B561-4C21-B94D-838CD4C19E67}"/>
              </a:ext>
            </a:extLst>
          </p:cNvPr>
          <p:cNvSpPr>
            <a:spLocks noGrp="1"/>
          </p:cNvSpPr>
          <p:nvPr>
            <p:ph type="ctrTitle"/>
          </p:nvPr>
        </p:nvSpPr>
        <p:spPr>
          <a:xfrm>
            <a:off x="457200" y="1346887"/>
            <a:ext cx="11277600" cy="1019432"/>
          </a:xfrm>
        </p:spPr>
        <p:txBody>
          <a:bodyPr>
            <a:normAutofit fontScale="90000"/>
          </a:bodyPr>
          <a:lstStyle/>
          <a:p>
            <a:r>
              <a:rPr kumimoji="1" lang="ja-JP" altLang="en-US" dirty="0"/>
              <a:t>限界ラッシュ</a:t>
            </a:r>
          </a:p>
        </p:txBody>
      </p:sp>
      <p:sp>
        <p:nvSpPr>
          <p:cNvPr id="3" name="字幕 2">
            <a:extLst>
              <a:ext uri="{FF2B5EF4-FFF2-40B4-BE49-F238E27FC236}">
                <a16:creationId xmlns:a16="http://schemas.microsoft.com/office/drawing/2014/main" id="{9A4127E7-3143-4EE3-84D9-4EF3C48D2DB8}"/>
              </a:ext>
            </a:extLst>
          </p:cNvPr>
          <p:cNvSpPr>
            <a:spLocks noGrp="1"/>
          </p:cNvSpPr>
          <p:nvPr>
            <p:ph type="subTitle" idx="1"/>
          </p:nvPr>
        </p:nvSpPr>
        <p:spPr>
          <a:xfrm>
            <a:off x="457200" y="4272743"/>
            <a:ext cx="9523413" cy="1366058"/>
          </a:xfrm>
        </p:spPr>
        <p:txBody>
          <a:bodyPr>
            <a:normAutofit/>
          </a:bodyPr>
          <a:lstStyle/>
          <a:p>
            <a:r>
              <a:rPr lang="ja-JP" altLang="en-US" sz="3200" dirty="0"/>
              <a:t>対戦格闘アクションゲーム</a:t>
            </a:r>
            <a:endParaRPr kumimoji="1" lang="ja-JP" altLang="en-US" sz="3200" dirty="0"/>
          </a:p>
        </p:txBody>
      </p:sp>
    </p:spTree>
    <p:extLst>
      <p:ext uri="{BB962C8B-B14F-4D97-AF65-F5344CB8AC3E}">
        <p14:creationId xmlns:p14="http://schemas.microsoft.com/office/powerpoint/2010/main" val="1065338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DD0E6E-D2B3-4BB1-BFC0-B0768B43732C}"/>
              </a:ext>
            </a:extLst>
          </p:cNvPr>
          <p:cNvSpPr>
            <a:spLocks noGrp="1"/>
          </p:cNvSpPr>
          <p:nvPr>
            <p:ph type="title"/>
          </p:nvPr>
        </p:nvSpPr>
        <p:spPr/>
        <p:txBody>
          <a:bodyPr/>
          <a:lstStyle/>
          <a:p>
            <a:r>
              <a:rPr lang="ja-JP" altLang="en-US" dirty="0"/>
              <a:t>一言でいうと</a:t>
            </a:r>
            <a:endParaRPr kumimoji="1" lang="ja-JP" altLang="en-US" dirty="0"/>
          </a:p>
        </p:txBody>
      </p:sp>
      <p:sp>
        <p:nvSpPr>
          <p:cNvPr id="3" name="コンテンツ プレースホルダー 2">
            <a:extLst>
              <a:ext uri="{FF2B5EF4-FFF2-40B4-BE49-F238E27FC236}">
                <a16:creationId xmlns:a16="http://schemas.microsoft.com/office/drawing/2014/main" id="{A9422FF4-124D-470F-A39C-7D4597C31697}"/>
              </a:ext>
            </a:extLst>
          </p:cNvPr>
          <p:cNvSpPr>
            <a:spLocks noGrp="1"/>
          </p:cNvSpPr>
          <p:nvPr>
            <p:ph idx="1"/>
          </p:nvPr>
        </p:nvSpPr>
        <p:spPr>
          <a:xfrm>
            <a:off x="646111" y="1590613"/>
            <a:ext cx="8946541" cy="1400530"/>
          </a:xfrm>
        </p:spPr>
        <p:txBody>
          <a:bodyPr>
            <a:normAutofit/>
          </a:bodyPr>
          <a:lstStyle/>
          <a:p>
            <a:pPr marL="0" indent="0">
              <a:buNone/>
            </a:pPr>
            <a:r>
              <a:rPr kumimoji="1" lang="ja-JP" altLang="en-US" sz="3600" dirty="0"/>
              <a:t>丸い戦場で</a:t>
            </a:r>
            <a:r>
              <a:rPr kumimoji="1" lang="en-US" altLang="ja-JP" sz="3600" dirty="0"/>
              <a:t>99</a:t>
            </a:r>
            <a:r>
              <a:rPr kumimoji="1" lang="ja-JP" altLang="en-US" sz="3600" dirty="0"/>
              <a:t>秒間敵を倒したくさんがスコアを稼いだ方が勝ちとするゲーム</a:t>
            </a:r>
            <a:endParaRPr kumimoji="1" lang="en-US" altLang="ja-JP" sz="3600" dirty="0"/>
          </a:p>
          <a:p>
            <a:pPr marL="0" indent="0">
              <a:buNone/>
            </a:pPr>
            <a:endParaRPr kumimoji="1" lang="ja-JP" altLang="en-US" sz="3600" dirty="0"/>
          </a:p>
        </p:txBody>
      </p:sp>
    </p:spTree>
    <p:extLst>
      <p:ext uri="{BB962C8B-B14F-4D97-AF65-F5344CB8AC3E}">
        <p14:creationId xmlns:p14="http://schemas.microsoft.com/office/powerpoint/2010/main" val="275685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5CCED1-EF69-4EB7-AE0C-6280C9F253AD}"/>
              </a:ext>
            </a:extLst>
          </p:cNvPr>
          <p:cNvSpPr>
            <a:spLocks noGrp="1"/>
          </p:cNvSpPr>
          <p:nvPr>
            <p:ph type="title"/>
          </p:nvPr>
        </p:nvSpPr>
        <p:spPr>
          <a:xfrm>
            <a:off x="646111" y="452718"/>
            <a:ext cx="9404723" cy="871585"/>
          </a:xfrm>
        </p:spPr>
        <p:txBody>
          <a:bodyPr/>
          <a:lstStyle/>
          <a:p>
            <a:r>
              <a:rPr kumimoji="1" lang="ja-JP" altLang="en-US" dirty="0"/>
              <a:t>ゲーム画面</a:t>
            </a:r>
          </a:p>
        </p:txBody>
      </p:sp>
      <p:pic>
        <p:nvPicPr>
          <p:cNvPr id="6" name="図 5">
            <a:extLst>
              <a:ext uri="{FF2B5EF4-FFF2-40B4-BE49-F238E27FC236}">
                <a16:creationId xmlns:a16="http://schemas.microsoft.com/office/drawing/2014/main" id="{92D66BDA-8F46-4EC9-8040-25AF1BBA4E8D}"/>
              </a:ext>
            </a:extLst>
          </p:cNvPr>
          <p:cNvPicPr>
            <a:picLocks noChangeAspect="1"/>
          </p:cNvPicPr>
          <p:nvPr/>
        </p:nvPicPr>
        <p:blipFill>
          <a:blip r:embed="rId2"/>
          <a:stretch>
            <a:fillRect/>
          </a:stretch>
        </p:blipFill>
        <p:spPr>
          <a:xfrm>
            <a:off x="1568076" y="1286996"/>
            <a:ext cx="9089413" cy="4961896"/>
          </a:xfrm>
          <a:prstGeom prst="rect">
            <a:avLst/>
          </a:prstGeom>
        </p:spPr>
      </p:pic>
      <p:sp>
        <p:nvSpPr>
          <p:cNvPr id="7" name="コンテンツ プレースホルダー 6">
            <a:extLst>
              <a:ext uri="{FF2B5EF4-FFF2-40B4-BE49-F238E27FC236}">
                <a16:creationId xmlns:a16="http://schemas.microsoft.com/office/drawing/2014/main" id="{31C76C82-E88A-43E8-90DA-3E2B03DAB8E8}"/>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317811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ECBE6B-72A8-494C-8B00-2E2D9D4F11CE}"/>
              </a:ext>
            </a:extLst>
          </p:cNvPr>
          <p:cNvSpPr>
            <a:spLocks noGrp="1"/>
          </p:cNvSpPr>
          <p:nvPr>
            <p:ph type="title"/>
          </p:nvPr>
        </p:nvSpPr>
        <p:spPr/>
        <p:txBody>
          <a:bodyPr/>
          <a:lstStyle/>
          <a:p>
            <a:r>
              <a:rPr kumimoji="1" lang="ja-JP" altLang="en-US" dirty="0"/>
              <a:t>ゲームの流れ</a:t>
            </a:r>
          </a:p>
        </p:txBody>
      </p:sp>
      <p:sp>
        <p:nvSpPr>
          <p:cNvPr id="3" name="コンテンツ プレースホルダー 2">
            <a:extLst>
              <a:ext uri="{FF2B5EF4-FFF2-40B4-BE49-F238E27FC236}">
                <a16:creationId xmlns:a16="http://schemas.microsoft.com/office/drawing/2014/main" id="{7443790F-2A45-43D2-AC4E-E57AD7A88153}"/>
              </a:ext>
            </a:extLst>
          </p:cNvPr>
          <p:cNvSpPr>
            <a:spLocks noGrp="1"/>
          </p:cNvSpPr>
          <p:nvPr>
            <p:ph idx="1"/>
          </p:nvPr>
        </p:nvSpPr>
        <p:spPr/>
        <p:txBody>
          <a:bodyPr/>
          <a:lstStyle/>
          <a:p>
            <a:pPr marL="0" indent="0">
              <a:buNone/>
            </a:pPr>
            <a:r>
              <a:rPr kumimoji="1" lang="ja-JP" altLang="en-US" dirty="0"/>
              <a:t>　キャラ選択</a:t>
            </a:r>
            <a:r>
              <a:rPr lang="ja-JP" altLang="en-US" dirty="0"/>
              <a:t>ー＞</a:t>
            </a:r>
            <a:r>
              <a:rPr kumimoji="1" lang="ja-JP" altLang="en-US" dirty="0"/>
              <a:t>敵を倒す　ー＞　スコアを稼ぐー＞</a:t>
            </a:r>
            <a:endParaRPr kumimoji="1" lang="en-US" altLang="ja-JP" dirty="0"/>
          </a:p>
          <a:p>
            <a:pPr marL="0" indent="0">
              <a:buNone/>
            </a:pPr>
            <a:r>
              <a:rPr kumimoji="1" lang="ja-JP" altLang="en-US" dirty="0"/>
              <a:t>敵がランダムに湧くー＞倒す　</a:t>
            </a:r>
            <a:endParaRPr kumimoji="1" lang="en-US" altLang="ja-JP" dirty="0"/>
          </a:p>
          <a:p>
            <a:pPr marL="0" indent="0">
              <a:buNone/>
            </a:pPr>
            <a:endParaRPr lang="en-US" altLang="ja-JP" dirty="0"/>
          </a:p>
          <a:p>
            <a:pPr marL="0" indent="0">
              <a:buNone/>
            </a:pPr>
            <a:r>
              <a:rPr lang="ja-JP" altLang="en-US" dirty="0"/>
              <a:t>勝利</a:t>
            </a:r>
            <a:r>
              <a:rPr lang="en-US" altLang="ja-JP" dirty="0"/>
              <a:t>UI</a:t>
            </a:r>
            <a:r>
              <a:rPr lang="ja-JP" altLang="en-US" dirty="0"/>
              <a:t>　観客評価で決めるようになる</a:t>
            </a:r>
            <a:endParaRPr kumimoji="1" lang="ja-JP" altLang="en-US" dirty="0"/>
          </a:p>
        </p:txBody>
      </p:sp>
    </p:spTree>
    <p:extLst>
      <p:ext uri="{BB962C8B-B14F-4D97-AF65-F5344CB8AC3E}">
        <p14:creationId xmlns:p14="http://schemas.microsoft.com/office/powerpoint/2010/main" val="2009560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8F25ED-BE67-4DED-9222-6AD0D8CE4794}"/>
              </a:ext>
            </a:extLst>
          </p:cNvPr>
          <p:cNvSpPr>
            <a:spLocks noGrp="1"/>
          </p:cNvSpPr>
          <p:nvPr>
            <p:ph type="title"/>
          </p:nvPr>
        </p:nvSpPr>
        <p:spPr>
          <a:xfrm>
            <a:off x="574194" y="609601"/>
            <a:ext cx="7590267" cy="1201515"/>
          </a:xfrm>
        </p:spPr>
        <p:txBody>
          <a:bodyPr/>
          <a:lstStyle/>
          <a:p>
            <a:r>
              <a:rPr kumimoji="1" lang="ja-JP" altLang="en-US" dirty="0"/>
              <a:t>引き分けルール</a:t>
            </a:r>
          </a:p>
        </p:txBody>
      </p:sp>
      <p:sp>
        <p:nvSpPr>
          <p:cNvPr id="3" name="コンテンツ プレースホルダー 2">
            <a:extLst>
              <a:ext uri="{FF2B5EF4-FFF2-40B4-BE49-F238E27FC236}">
                <a16:creationId xmlns:a16="http://schemas.microsoft.com/office/drawing/2014/main" id="{5D917EC1-231F-42E0-90DC-C3543B9E07BB}"/>
              </a:ext>
            </a:extLst>
          </p:cNvPr>
          <p:cNvSpPr>
            <a:spLocks noGrp="1"/>
          </p:cNvSpPr>
          <p:nvPr>
            <p:ph idx="1"/>
          </p:nvPr>
        </p:nvSpPr>
        <p:spPr>
          <a:xfrm>
            <a:off x="574194" y="1870364"/>
            <a:ext cx="9210268" cy="2881744"/>
          </a:xfrm>
        </p:spPr>
        <p:txBody>
          <a:bodyPr>
            <a:normAutofit/>
          </a:bodyPr>
          <a:lstStyle/>
          <a:p>
            <a:pPr marL="0" indent="0">
              <a:buNone/>
            </a:pPr>
            <a:r>
              <a:rPr lang="ja-JP" altLang="en-US" dirty="0"/>
              <a:t>～スコアが高かった方が勝ちなが勝利条件～</a:t>
            </a:r>
            <a:endParaRPr lang="en-US" altLang="ja-JP" dirty="0"/>
          </a:p>
          <a:p>
            <a:pPr marL="0" indent="0">
              <a:buNone/>
            </a:pPr>
            <a:endParaRPr lang="en-US" altLang="ja-JP" dirty="0"/>
          </a:p>
          <a:p>
            <a:pPr marL="0" indent="0">
              <a:buNone/>
            </a:pPr>
            <a:r>
              <a:rPr lang="ja-JP" altLang="en-US" dirty="0"/>
              <a:t>１，スコア多かったら</a:t>
            </a:r>
            <a:endParaRPr lang="en-US" altLang="ja-JP" dirty="0"/>
          </a:p>
          <a:p>
            <a:pPr marL="0" indent="0">
              <a:buNone/>
            </a:pPr>
            <a:r>
              <a:rPr lang="ja-JP" altLang="en-US" dirty="0"/>
              <a:t>２，キル数が多かった</a:t>
            </a:r>
            <a:endParaRPr lang="en-US" altLang="ja-JP" dirty="0"/>
          </a:p>
          <a:p>
            <a:pPr marL="0" indent="0">
              <a:buNone/>
            </a:pPr>
            <a:r>
              <a:rPr lang="ja-JP" altLang="en-US" dirty="0"/>
              <a:t>３，最大コンボ多かった</a:t>
            </a:r>
            <a:endParaRPr lang="en-US" altLang="ja-JP" dirty="0"/>
          </a:p>
          <a:p>
            <a:pPr marL="0" indent="0">
              <a:buNone/>
            </a:pPr>
            <a:r>
              <a:rPr lang="ja-JP" altLang="en-US" dirty="0"/>
              <a:t>４，必殺の使用回数</a:t>
            </a:r>
            <a:r>
              <a:rPr lang="ja-JP" altLang="en-US" dirty="0">
                <a:solidFill>
                  <a:srgbClr val="FF0000"/>
                </a:solidFill>
              </a:rPr>
              <a:t>少なかったら</a:t>
            </a:r>
            <a:endParaRPr lang="en-US" altLang="ja-JP" dirty="0">
              <a:solidFill>
                <a:srgbClr val="FF0000"/>
              </a:solidFill>
            </a:endParaRPr>
          </a:p>
        </p:txBody>
      </p:sp>
      <p:sp>
        <p:nvSpPr>
          <p:cNvPr id="4" name="テキスト ボックス 3">
            <a:extLst>
              <a:ext uri="{FF2B5EF4-FFF2-40B4-BE49-F238E27FC236}">
                <a16:creationId xmlns:a16="http://schemas.microsoft.com/office/drawing/2014/main" id="{50C4D573-5AFA-4FAC-BEE3-A2C095CC91D5}"/>
              </a:ext>
            </a:extLst>
          </p:cNvPr>
          <p:cNvSpPr txBox="1"/>
          <p:nvPr/>
        </p:nvSpPr>
        <p:spPr>
          <a:xfrm>
            <a:off x="1970117" y="1732958"/>
            <a:ext cx="1022466" cy="872837"/>
          </a:xfrm>
          <a:prstGeom prst="rect">
            <a:avLst/>
          </a:prstGeom>
          <a:noFill/>
        </p:spPr>
        <p:txBody>
          <a:bodyPr wrap="square" rtlCol="0">
            <a:spAutoFit/>
          </a:bodyPr>
          <a:lstStyle/>
          <a:p>
            <a:endParaRPr kumimoji="1" lang="ja-JP" altLang="en-US" dirty="0"/>
          </a:p>
        </p:txBody>
      </p:sp>
    </p:spTree>
    <p:extLst>
      <p:ext uri="{BB962C8B-B14F-4D97-AF65-F5344CB8AC3E}">
        <p14:creationId xmlns:p14="http://schemas.microsoft.com/office/powerpoint/2010/main" val="3531865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06493B-92E1-4C4F-9D29-A6BDB3AEAEDD}"/>
              </a:ext>
            </a:extLst>
          </p:cNvPr>
          <p:cNvSpPr>
            <a:spLocks noGrp="1"/>
          </p:cNvSpPr>
          <p:nvPr>
            <p:ph type="title"/>
          </p:nvPr>
        </p:nvSpPr>
        <p:spPr/>
        <p:txBody>
          <a:bodyPr/>
          <a:lstStyle/>
          <a:p>
            <a:r>
              <a:rPr kumimoji="1" lang="ja-JP" altLang="en-US" dirty="0"/>
              <a:t>操作方法</a:t>
            </a:r>
          </a:p>
        </p:txBody>
      </p:sp>
      <p:sp>
        <p:nvSpPr>
          <p:cNvPr id="3" name="コンテンツ プレースホルダー 2">
            <a:extLst>
              <a:ext uri="{FF2B5EF4-FFF2-40B4-BE49-F238E27FC236}">
                <a16:creationId xmlns:a16="http://schemas.microsoft.com/office/drawing/2014/main" id="{3EEEE61E-5B61-405D-879C-ED1D403AA25E}"/>
              </a:ext>
            </a:extLst>
          </p:cNvPr>
          <p:cNvSpPr>
            <a:spLocks noGrp="1"/>
          </p:cNvSpPr>
          <p:nvPr>
            <p:ph idx="1"/>
          </p:nvPr>
        </p:nvSpPr>
        <p:spPr/>
        <p:txBody>
          <a:bodyPr>
            <a:normAutofit lnSpcReduction="10000"/>
          </a:bodyPr>
          <a:lstStyle/>
          <a:p>
            <a:pPr marL="0" indent="0">
              <a:buNone/>
            </a:pPr>
            <a:r>
              <a:rPr kumimoji="1" lang="ja-JP" altLang="en-US" sz="4000" dirty="0"/>
              <a:t>十字キーで上下左右</a:t>
            </a:r>
            <a:endParaRPr kumimoji="1" lang="en-US" altLang="ja-JP" sz="4000" dirty="0"/>
          </a:p>
          <a:p>
            <a:pPr marL="0" indent="0">
              <a:buNone/>
            </a:pPr>
            <a:endParaRPr lang="en-US" altLang="ja-JP" sz="4000" dirty="0"/>
          </a:p>
          <a:p>
            <a:pPr marL="0" indent="0">
              <a:buNone/>
            </a:pPr>
            <a:r>
              <a:rPr kumimoji="1" lang="en-US" altLang="ja-JP" sz="4000" dirty="0"/>
              <a:t>B</a:t>
            </a:r>
            <a:r>
              <a:rPr kumimoji="1" lang="ja-JP" altLang="en-US" sz="4000" dirty="0"/>
              <a:t>＝ジャンプ　　</a:t>
            </a:r>
            <a:r>
              <a:rPr kumimoji="1" lang="en-US" altLang="ja-JP" sz="4000" dirty="0"/>
              <a:t>Y</a:t>
            </a:r>
            <a:r>
              <a:rPr kumimoji="1" lang="ja-JP" altLang="en-US" sz="4000" dirty="0"/>
              <a:t>＝走る　　</a:t>
            </a:r>
            <a:r>
              <a:rPr kumimoji="1" lang="en-US" altLang="ja-JP" sz="4000" dirty="0"/>
              <a:t>A</a:t>
            </a:r>
            <a:r>
              <a:rPr kumimoji="1" lang="ja-JP" altLang="en-US" sz="4000" dirty="0"/>
              <a:t>＝攻撃　</a:t>
            </a:r>
            <a:r>
              <a:rPr kumimoji="1" lang="en-US" altLang="ja-JP" sz="4000" dirty="0"/>
              <a:t>X</a:t>
            </a:r>
            <a:r>
              <a:rPr lang="ja-JP" altLang="en-US" sz="4000" dirty="0"/>
              <a:t>＝必殺技</a:t>
            </a:r>
            <a:endParaRPr lang="en-US" altLang="ja-JP" sz="4000" dirty="0"/>
          </a:p>
          <a:p>
            <a:pPr marL="0" indent="0">
              <a:buNone/>
            </a:pPr>
            <a:endParaRPr lang="en-US" altLang="ja-JP" sz="4000" dirty="0"/>
          </a:p>
          <a:p>
            <a:pPr marL="0" indent="0">
              <a:buNone/>
            </a:pPr>
            <a:r>
              <a:rPr lang="ja-JP" altLang="en-US" sz="4000" dirty="0"/>
              <a:t>視点は常に第三者視点</a:t>
            </a:r>
            <a:endParaRPr lang="en-US" altLang="ja-JP" sz="4000" dirty="0"/>
          </a:p>
          <a:p>
            <a:pPr marL="0" indent="0">
              <a:buNone/>
            </a:pPr>
            <a:endParaRPr kumimoji="1" lang="en-US" altLang="ja-JP" sz="4000" dirty="0"/>
          </a:p>
          <a:p>
            <a:pPr marL="0" indent="0">
              <a:buNone/>
            </a:pPr>
            <a:endParaRPr kumimoji="1" lang="ja-JP" altLang="en-US" dirty="0"/>
          </a:p>
        </p:txBody>
      </p:sp>
    </p:spTree>
    <p:extLst>
      <p:ext uri="{BB962C8B-B14F-4D97-AF65-F5344CB8AC3E}">
        <p14:creationId xmlns:p14="http://schemas.microsoft.com/office/powerpoint/2010/main" val="568498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4C1B82-8465-4B59-9860-DB65D2F29D2B}"/>
              </a:ext>
            </a:extLst>
          </p:cNvPr>
          <p:cNvSpPr>
            <a:spLocks noGrp="1"/>
          </p:cNvSpPr>
          <p:nvPr>
            <p:ph type="title"/>
          </p:nvPr>
        </p:nvSpPr>
        <p:spPr/>
        <p:txBody>
          <a:bodyPr/>
          <a:lstStyle/>
          <a:p>
            <a:r>
              <a:rPr kumimoji="1" lang="en-US" altLang="ja-JP" dirty="0"/>
              <a:t>99</a:t>
            </a:r>
            <a:r>
              <a:rPr kumimoji="1" lang="ja-JP" altLang="en-US" dirty="0"/>
              <a:t>秒の構成</a:t>
            </a:r>
          </a:p>
        </p:txBody>
      </p:sp>
      <p:sp>
        <p:nvSpPr>
          <p:cNvPr id="3" name="コンテンツ プレースホルダー 2">
            <a:extLst>
              <a:ext uri="{FF2B5EF4-FFF2-40B4-BE49-F238E27FC236}">
                <a16:creationId xmlns:a16="http://schemas.microsoft.com/office/drawing/2014/main" id="{D017B57B-11C6-4FFC-8A2A-3DFE35BCA7C2}"/>
              </a:ext>
            </a:extLst>
          </p:cNvPr>
          <p:cNvSpPr>
            <a:spLocks noGrp="1"/>
          </p:cNvSpPr>
          <p:nvPr>
            <p:ph idx="1"/>
          </p:nvPr>
        </p:nvSpPr>
        <p:spPr>
          <a:xfrm>
            <a:off x="133005" y="2211184"/>
            <a:ext cx="12058995" cy="3383281"/>
          </a:xfrm>
        </p:spPr>
        <p:txBody>
          <a:bodyPr>
            <a:normAutofit fontScale="92500" lnSpcReduction="10000"/>
          </a:bodyPr>
          <a:lstStyle/>
          <a:p>
            <a:pPr marL="0" indent="0">
              <a:buNone/>
            </a:pPr>
            <a:r>
              <a:rPr kumimoji="1" lang="ja-JP" altLang="en-US" sz="2800" dirty="0"/>
              <a:t>１，０～４５秒　</a:t>
            </a:r>
            <a:r>
              <a:rPr lang="en-US" altLang="ja-JP" sz="2800" dirty="0"/>
              <a:t>1</a:t>
            </a:r>
            <a:r>
              <a:rPr lang="ja-JP" altLang="en-US" sz="2800" dirty="0"/>
              <a:t>撃で倒せる</a:t>
            </a:r>
            <a:r>
              <a:rPr lang="en-US" altLang="ja-JP" sz="2800" dirty="0"/>
              <a:t>mob</a:t>
            </a:r>
            <a:r>
              <a:rPr lang="ja-JP" altLang="en-US" sz="2800" dirty="0"/>
              <a:t>とタフな敵５</a:t>
            </a:r>
            <a:r>
              <a:rPr kumimoji="1" lang="ja-JP" altLang="en-US" sz="2800" dirty="0"/>
              <a:t>体２秒間に出てくる</a:t>
            </a:r>
            <a:endParaRPr kumimoji="1" lang="en-US" altLang="ja-JP" sz="2800" dirty="0"/>
          </a:p>
          <a:p>
            <a:pPr marL="0" indent="0">
              <a:buNone/>
            </a:pPr>
            <a:r>
              <a:rPr kumimoji="1" lang="ja-JP" altLang="en-US" sz="2800" dirty="0"/>
              <a:t>　　　　　　　　</a:t>
            </a:r>
            <a:endParaRPr kumimoji="1" lang="en-US" altLang="ja-JP" sz="2800" dirty="0"/>
          </a:p>
          <a:p>
            <a:pPr marL="0" indent="0">
              <a:buNone/>
            </a:pPr>
            <a:endParaRPr lang="en-US" altLang="ja-JP" sz="2800" dirty="0"/>
          </a:p>
          <a:p>
            <a:pPr marL="0" indent="0">
              <a:buNone/>
            </a:pPr>
            <a:r>
              <a:rPr lang="ja-JP" altLang="en-US" sz="2800" dirty="0"/>
              <a:t>２，４５～　　　ボス的な強い敵が中央に現れて高いスコアを稼げる</a:t>
            </a:r>
            <a:endParaRPr lang="en-US" altLang="ja-JP" sz="2800" dirty="0"/>
          </a:p>
          <a:p>
            <a:pPr marL="0" indent="0">
              <a:buNone/>
            </a:pPr>
            <a:r>
              <a:rPr lang="ja-JP" altLang="en-US" sz="2800" dirty="0"/>
              <a:t>　　　　　　　　雑魚敵は一定時間に</a:t>
            </a:r>
            <a:r>
              <a:rPr lang="en-US" altLang="ja-JP" sz="2800" dirty="0"/>
              <a:t>5</a:t>
            </a:r>
            <a:r>
              <a:rPr lang="ja-JP" altLang="en-US" sz="2800" dirty="0"/>
              <a:t>体ずつ</a:t>
            </a:r>
            <a:endParaRPr lang="en-US" altLang="ja-JP" sz="2800" dirty="0"/>
          </a:p>
          <a:p>
            <a:pPr marL="0" indent="0">
              <a:buNone/>
            </a:pPr>
            <a:endParaRPr lang="en-US" altLang="ja-JP" sz="2800" dirty="0"/>
          </a:p>
          <a:p>
            <a:pPr marL="0" indent="0">
              <a:buNone/>
            </a:pPr>
            <a:r>
              <a:rPr lang="ja-JP" altLang="en-US" sz="2800" dirty="0"/>
              <a:t>３，７５秒～　　雑魚敵が２秒で５体ずつ出てくるようになる</a:t>
            </a:r>
            <a:endParaRPr lang="en-US" altLang="ja-JP" sz="2800" dirty="0"/>
          </a:p>
          <a:p>
            <a:pPr marL="0" indent="0">
              <a:buNone/>
            </a:pPr>
            <a:endParaRPr kumimoji="1" lang="ja-JP" altLang="en-US" dirty="0"/>
          </a:p>
        </p:txBody>
      </p:sp>
    </p:spTree>
    <p:extLst>
      <p:ext uri="{BB962C8B-B14F-4D97-AF65-F5344CB8AC3E}">
        <p14:creationId xmlns:p14="http://schemas.microsoft.com/office/powerpoint/2010/main" val="2797017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AC5710-094D-4398-AF4D-BD4CD6D1B147}"/>
              </a:ext>
            </a:extLst>
          </p:cNvPr>
          <p:cNvSpPr>
            <a:spLocks noGrp="1"/>
          </p:cNvSpPr>
          <p:nvPr>
            <p:ph type="title"/>
          </p:nvPr>
        </p:nvSpPr>
        <p:spPr/>
        <p:txBody>
          <a:bodyPr/>
          <a:lstStyle/>
          <a:p>
            <a:r>
              <a:rPr kumimoji="1" lang="ja-JP" altLang="en-US" dirty="0"/>
              <a:t>ゲームの特徴</a:t>
            </a:r>
          </a:p>
        </p:txBody>
      </p:sp>
      <p:sp>
        <p:nvSpPr>
          <p:cNvPr id="3" name="コンテンツ プレースホルダー 2">
            <a:extLst>
              <a:ext uri="{FF2B5EF4-FFF2-40B4-BE49-F238E27FC236}">
                <a16:creationId xmlns:a16="http://schemas.microsoft.com/office/drawing/2014/main" id="{BE56E5DA-4A65-4F2A-BACC-950CE891D525}"/>
              </a:ext>
            </a:extLst>
          </p:cNvPr>
          <p:cNvSpPr>
            <a:spLocks noGrp="1"/>
          </p:cNvSpPr>
          <p:nvPr>
            <p:ph idx="1"/>
          </p:nvPr>
        </p:nvSpPr>
        <p:spPr/>
        <p:txBody>
          <a:bodyPr/>
          <a:lstStyle/>
          <a:p>
            <a:pPr marL="0" indent="0">
              <a:buNone/>
            </a:pPr>
            <a:r>
              <a:rPr kumimoji="1" lang="ja-JP" altLang="en-US" dirty="0"/>
              <a:t>①２人プレイでの競争要素</a:t>
            </a:r>
            <a:endParaRPr kumimoji="1" lang="en-US" altLang="ja-JP" dirty="0"/>
          </a:p>
          <a:p>
            <a:pPr marL="0" indent="0">
              <a:buNone/>
            </a:pPr>
            <a:r>
              <a:rPr lang="ja-JP" altLang="en-US" dirty="0"/>
              <a:t>②９９秒間の内で３段階による短時間で決着スコアアタックシステムによりゾクゾク感とワクワク感を味わえる</a:t>
            </a:r>
            <a:endParaRPr lang="en-US" altLang="ja-JP" dirty="0"/>
          </a:p>
          <a:p>
            <a:pPr marL="0" indent="0">
              <a:buNone/>
            </a:pPr>
            <a:r>
              <a:rPr lang="ja-JP" altLang="en-US" dirty="0"/>
              <a:t>④高得点を敵の奪い合いによる駆け引き</a:t>
            </a:r>
            <a:endParaRPr lang="en-US" altLang="ja-JP" dirty="0"/>
          </a:p>
          <a:p>
            <a:pPr marL="0" indent="0">
              <a:buNone/>
            </a:pPr>
            <a:r>
              <a:rPr kumimoji="1" lang="ja-JP" altLang="en-US" dirty="0"/>
              <a:t>③</a:t>
            </a:r>
            <a:r>
              <a:rPr lang="ja-JP" altLang="en-US" dirty="0"/>
              <a:t>引き分けが発生しない勝敗システム </a:t>
            </a:r>
          </a:p>
          <a:p>
            <a:pPr marL="0" indent="0">
              <a:buNone/>
            </a:pP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1339209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9ABB9-6678-4AE6-AE3E-34D40A305CD7}"/>
              </a:ext>
            </a:extLst>
          </p:cNvPr>
          <p:cNvSpPr>
            <a:spLocks noGrp="1"/>
          </p:cNvSpPr>
          <p:nvPr>
            <p:ph type="title"/>
          </p:nvPr>
        </p:nvSpPr>
        <p:spPr/>
        <p:txBody>
          <a:bodyPr/>
          <a:lstStyle/>
          <a:p>
            <a:r>
              <a:rPr kumimoji="1" lang="ja-JP" altLang="en-US" dirty="0"/>
              <a:t>役割</a:t>
            </a:r>
          </a:p>
        </p:txBody>
      </p:sp>
      <p:sp>
        <p:nvSpPr>
          <p:cNvPr id="3" name="コンテンツ プレースホルダー 2">
            <a:extLst>
              <a:ext uri="{FF2B5EF4-FFF2-40B4-BE49-F238E27FC236}">
                <a16:creationId xmlns:a16="http://schemas.microsoft.com/office/drawing/2014/main" id="{1F0CBF24-CEEF-4DAF-96C6-654018AEE1D4}"/>
              </a:ext>
            </a:extLst>
          </p:cNvPr>
          <p:cNvSpPr>
            <a:spLocks noGrp="1"/>
          </p:cNvSpPr>
          <p:nvPr>
            <p:ph idx="1"/>
          </p:nvPr>
        </p:nvSpPr>
        <p:spPr>
          <a:xfrm>
            <a:off x="1103312" y="2052919"/>
            <a:ext cx="8946541" cy="2671482"/>
          </a:xfrm>
        </p:spPr>
        <p:txBody>
          <a:bodyPr/>
          <a:lstStyle/>
          <a:p>
            <a:pPr marL="0" indent="0">
              <a:buNone/>
            </a:pPr>
            <a:r>
              <a:rPr kumimoji="1" lang="ja-JP" altLang="en-US" dirty="0"/>
              <a:t>プログラマー</a:t>
            </a:r>
            <a:r>
              <a:rPr kumimoji="1" lang="en-US" altLang="ja-JP" dirty="0"/>
              <a:t>2</a:t>
            </a:r>
            <a:r>
              <a:rPr kumimoji="1" lang="ja-JP" altLang="en-US" dirty="0"/>
              <a:t>人</a:t>
            </a:r>
            <a:endParaRPr kumimoji="1" lang="en-US" altLang="ja-JP" dirty="0"/>
          </a:p>
          <a:p>
            <a:pPr marL="0" indent="0">
              <a:buNone/>
            </a:pPr>
            <a:r>
              <a:rPr lang="ja-JP" altLang="en-US" dirty="0"/>
              <a:t>①プレイヤー制御　プレイヤーの全部</a:t>
            </a:r>
            <a:endParaRPr lang="en-US" altLang="ja-JP" dirty="0"/>
          </a:p>
          <a:p>
            <a:pPr marL="0" indent="0">
              <a:buNone/>
            </a:pPr>
            <a:r>
              <a:rPr kumimoji="1" lang="ja-JP" altLang="en-US" dirty="0"/>
              <a:t>②ゲーム制御　敵、ゲーム進行、マップ構成</a:t>
            </a:r>
            <a:r>
              <a:rPr kumimoji="1" lang="en-US" altLang="ja-JP" dirty="0"/>
              <a:t>UI</a:t>
            </a:r>
            <a:r>
              <a:rPr kumimoji="1" lang="ja-JP" altLang="en-US" dirty="0"/>
              <a:t>など</a:t>
            </a:r>
            <a:endParaRPr kumimoji="1" lang="en-US" altLang="ja-JP" dirty="0"/>
          </a:p>
          <a:p>
            <a:pPr marL="0" indent="0">
              <a:buNone/>
            </a:pPr>
            <a:r>
              <a:rPr kumimoji="1" lang="en-US" altLang="ja-JP" dirty="0"/>
              <a:t>UI</a:t>
            </a:r>
            <a:r>
              <a:rPr kumimoji="1" lang="ja-JP" altLang="en-US" dirty="0"/>
              <a:t>アセット</a:t>
            </a:r>
            <a:r>
              <a:rPr lang="en-US" altLang="ja-JP" dirty="0"/>
              <a:t>2</a:t>
            </a:r>
            <a:r>
              <a:rPr lang="ja-JP" altLang="en-US" dirty="0"/>
              <a:t>人</a:t>
            </a:r>
            <a:endParaRPr lang="en-US" altLang="ja-JP" dirty="0"/>
          </a:p>
          <a:p>
            <a:pPr marL="0" indent="0">
              <a:buNone/>
            </a:pPr>
            <a:r>
              <a:rPr lang="ja-JP" altLang="en-US" dirty="0"/>
              <a:t>①キャラ、エフェクト、アニメーション</a:t>
            </a:r>
            <a:endParaRPr lang="en-US" altLang="ja-JP" dirty="0"/>
          </a:p>
          <a:p>
            <a:pPr marL="0" indent="0">
              <a:buNone/>
            </a:pPr>
            <a:r>
              <a:rPr kumimoji="1" lang="ja-JP" altLang="en-US" dirty="0"/>
              <a:t>②タイトル、</a:t>
            </a:r>
            <a:r>
              <a:rPr kumimoji="1" lang="en-US" altLang="ja-JP" dirty="0"/>
              <a:t>BGM</a:t>
            </a:r>
            <a:r>
              <a:rPr kumimoji="1" lang="ja-JP" altLang="en-US" dirty="0"/>
              <a:t>、</a:t>
            </a:r>
            <a:r>
              <a:rPr kumimoji="1" lang="en-US" altLang="ja-JP" dirty="0"/>
              <a:t>SE</a:t>
            </a:r>
            <a:r>
              <a:rPr kumimoji="1" lang="ja-JP" altLang="en-US" dirty="0"/>
              <a:t>、</a:t>
            </a:r>
            <a:r>
              <a:rPr kumimoji="1" lang="en-US" altLang="ja-JP" dirty="0"/>
              <a:t>HUD</a:t>
            </a:r>
            <a:r>
              <a:rPr kumimoji="1" lang="ja-JP" altLang="en-US" dirty="0"/>
              <a:t>、リザルト画面</a:t>
            </a:r>
            <a:endParaRPr kumimoji="1" lang="en-US" altLang="ja-JP" dirty="0"/>
          </a:p>
          <a:p>
            <a:pPr marL="0" indent="0">
              <a:buNone/>
            </a:pPr>
            <a:endParaRPr kumimoji="1" lang="en-US" altLang="ja-JP" dirty="0"/>
          </a:p>
        </p:txBody>
      </p:sp>
      <p:sp>
        <p:nvSpPr>
          <p:cNvPr id="6" name="テキスト ボックス 5">
            <a:extLst>
              <a:ext uri="{FF2B5EF4-FFF2-40B4-BE49-F238E27FC236}">
                <a16:creationId xmlns:a16="http://schemas.microsoft.com/office/drawing/2014/main" id="{910F90F9-7740-4D20-8E6F-BA426FC643C4}"/>
              </a:ext>
            </a:extLst>
          </p:cNvPr>
          <p:cNvSpPr txBox="1"/>
          <p:nvPr/>
        </p:nvSpPr>
        <p:spPr>
          <a:xfrm>
            <a:off x="1249680" y="4968240"/>
            <a:ext cx="6939280" cy="923330"/>
          </a:xfrm>
          <a:prstGeom prst="rect">
            <a:avLst/>
          </a:prstGeom>
          <a:noFill/>
        </p:spPr>
        <p:txBody>
          <a:bodyPr wrap="square" rtlCol="0">
            <a:spAutoFit/>
          </a:bodyPr>
          <a:lstStyle/>
          <a:p>
            <a:r>
              <a:rPr kumimoji="1" lang="ja-JP" altLang="en-US" dirty="0"/>
              <a:t>アセット班：制作</a:t>
            </a:r>
            <a:endParaRPr kumimoji="1" lang="en-US" altLang="ja-JP" dirty="0"/>
          </a:p>
          <a:p>
            <a:endParaRPr kumimoji="1" lang="en-US" altLang="ja-JP" dirty="0"/>
          </a:p>
          <a:p>
            <a:r>
              <a:rPr kumimoji="1" lang="ja-JP" altLang="en-US" dirty="0"/>
              <a:t>プログラマー：物理配置、</a:t>
            </a:r>
            <a:r>
              <a:rPr kumimoji="1" lang="en-US" altLang="ja-JP" dirty="0"/>
              <a:t>UI</a:t>
            </a:r>
            <a:r>
              <a:rPr kumimoji="1" lang="ja-JP" altLang="en-US" dirty="0"/>
              <a:t>処理、制御</a:t>
            </a:r>
          </a:p>
        </p:txBody>
      </p:sp>
    </p:spTree>
    <p:extLst>
      <p:ext uri="{BB962C8B-B14F-4D97-AF65-F5344CB8AC3E}">
        <p14:creationId xmlns:p14="http://schemas.microsoft.com/office/powerpoint/2010/main" val="109100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C9A6D3-BEB3-4099-A8BD-3B8CF7A359FC}"/>
              </a:ext>
            </a:extLst>
          </p:cNvPr>
          <p:cNvSpPr>
            <a:spLocks noGrp="1"/>
          </p:cNvSpPr>
          <p:nvPr>
            <p:ph type="title"/>
          </p:nvPr>
        </p:nvSpPr>
        <p:spPr/>
        <p:txBody>
          <a:bodyPr/>
          <a:lstStyle/>
          <a:p>
            <a:r>
              <a:rPr kumimoji="1" lang="ja-JP" altLang="en-US" dirty="0"/>
              <a:t>ボスについて</a:t>
            </a:r>
          </a:p>
        </p:txBody>
      </p:sp>
      <p:sp>
        <p:nvSpPr>
          <p:cNvPr id="3" name="コンテンツ プレースホルダー 2">
            <a:extLst>
              <a:ext uri="{FF2B5EF4-FFF2-40B4-BE49-F238E27FC236}">
                <a16:creationId xmlns:a16="http://schemas.microsoft.com/office/drawing/2014/main" id="{4FE7D077-DEF4-4946-8F96-3E32569DF34D}"/>
              </a:ext>
            </a:extLst>
          </p:cNvPr>
          <p:cNvSpPr>
            <a:spLocks noGrp="1"/>
          </p:cNvSpPr>
          <p:nvPr>
            <p:ph idx="1"/>
          </p:nvPr>
        </p:nvSpPr>
        <p:spPr>
          <a:xfrm>
            <a:off x="498764" y="1720736"/>
            <a:ext cx="9551089" cy="4527664"/>
          </a:xfrm>
        </p:spPr>
        <p:txBody>
          <a:bodyPr>
            <a:normAutofit/>
          </a:bodyPr>
          <a:lstStyle/>
          <a:p>
            <a:pPr marL="0" indent="0">
              <a:buNone/>
            </a:pPr>
            <a:r>
              <a:rPr lang="ja-JP" altLang="en-US" dirty="0"/>
              <a:t>～ボスとしての概念～</a:t>
            </a:r>
            <a:endParaRPr lang="en-US" altLang="ja-JP" dirty="0"/>
          </a:p>
          <a:p>
            <a:pPr marL="0" indent="0">
              <a:buNone/>
            </a:pPr>
            <a:r>
              <a:rPr lang="ja-JP" altLang="en-US" dirty="0"/>
              <a:t>プレイヤーがスコア稼ぐのを邪魔する役割</a:t>
            </a:r>
            <a:endParaRPr lang="en-US" altLang="ja-JP" dirty="0"/>
          </a:p>
          <a:p>
            <a:pPr marL="0" indent="0">
              <a:buNone/>
            </a:pPr>
            <a:r>
              <a:rPr lang="ja-JP" altLang="en-US" dirty="0"/>
              <a:t>　</a:t>
            </a:r>
            <a:endParaRPr lang="en-US" altLang="ja-JP" dirty="0"/>
          </a:p>
          <a:p>
            <a:pPr marL="0" indent="0">
              <a:buNone/>
            </a:pPr>
            <a:r>
              <a:rPr lang="ja-JP" altLang="en-US" dirty="0"/>
              <a:t>技はノックバックメインで邪魔する風みたいなのを回転技で全体にまき散らす</a:t>
            </a:r>
            <a:endParaRPr lang="en-US" altLang="ja-JP" dirty="0"/>
          </a:p>
          <a:p>
            <a:pPr marL="0" indent="0">
              <a:buNone/>
            </a:pPr>
            <a:endParaRPr lang="en-US" altLang="ja-JP" dirty="0"/>
          </a:p>
          <a:p>
            <a:pPr marL="0" indent="0">
              <a:buNone/>
            </a:pPr>
            <a:r>
              <a:rPr lang="en-US" altLang="ja-JP" dirty="0"/>
              <a:t>1</a:t>
            </a:r>
            <a:r>
              <a:rPr lang="ja-JP" altLang="en-US" dirty="0"/>
              <a:t>プレイに当たりボスは固定ボスではなく</a:t>
            </a:r>
            <a:r>
              <a:rPr lang="en-US" altLang="ja-JP" dirty="0"/>
              <a:t>3</a:t>
            </a:r>
            <a:r>
              <a:rPr lang="ja-JP" altLang="en-US" dirty="0"/>
              <a:t>種類のボスがランダムで出現</a:t>
            </a:r>
            <a:endParaRPr lang="en-US" altLang="ja-JP" dirty="0"/>
          </a:p>
          <a:p>
            <a:pPr marL="0" indent="0">
              <a:buNone/>
            </a:pPr>
            <a:endParaRPr lang="en-US" altLang="ja-JP" dirty="0"/>
          </a:p>
          <a:p>
            <a:pPr marL="0" indent="0">
              <a:buNone/>
            </a:pPr>
            <a:r>
              <a:rPr lang="ja-JP" altLang="en-US" dirty="0"/>
              <a:t>スコア</a:t>
            </a:r>
            <a:endParaRPr lang="en-US" altLang="ja-JP" dirty="0"/>
          </a:p>
          <a:p>
            <a:pPr marL="0" indent="0">
              <a:buNone/>
            </a:pPr>
            <a:r>
              <a:rPr lang="ja-JP" altLang="en-US" dirty="0"/>
              <a:t>①ボス　　　②ボス　　　　③ボス</a:t>
            </a:r>
            <a:endParaRPr lang="en-US" altLang="ja-JP" dirty="0"/>
          </a:p>
          <a:p>
            <a:pPr marL="0" indent="0">
              <a:buNone/>
            </a:pPr>
            <a:r>
              <a:rPr lang="ja-JP" altLang="en-US" dirty="0"/>
              <a:t>５００　　　５００　　　　５００</a:t>
            </a:r>
            <a:endParaRPr lang="en-US" altLang="ja-JP" dirty="0"/>
          </a:p>
        </p:txBody>
      </p:sp>
    </p:spTree>
    <p:extLst>
      <p:ext uri="{BB962C8B-B14F-4D97-AF65-F5344CB8AC3E}">
        <p14:creationId xmlns:p14="http://schemas.microsoft.com/office/powerpoint/2010/main" val="2028603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8E6BBD-E8FD-4FD8-8AD5-6A0ED1CF6E5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1125469-C4EC-4D10-8641-E2489E9E6E16}"/>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6069702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a:themeElements>
    <a:clrScheme name="イオン">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イオン">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365</TotalTime>
  <Words>354</Words>
  <Application>Microsoft Office PowerPoint</Application>
  <PresentationFormat>ワイド画面</PresentationFormat>
  <Paragraphs>57</Paragraphs>
  <Slides>11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Century Gothic</vt:lpstr>
      <vt:lpstr>Wingdings 3</vt:lpstr>
      <vt:lpstr>イオン</vt:lpstr>
      <vt:lpstr>限界ラッシュ</vt:lpstr>
      <vt:lpstr>一言でいうと</vt:lpstr>
      <vt:lpstr>ゲーム画面</vt:lpstr>
      <vt:lpstr>ゲームの流れ</vt:lpstr>
      <vt:lpstr>引き分けルール</vt:lpstr>
      <vt:lpstr>操作方法</vt:lpstr>
      <vt:lpstr>99秒の構成</vt:lpstr>
      <vt:lpstr>ゲームの特徴</vt:lpstr>
      <vt:lpstr>役割</vt:lpstr>
      <vt:lpstr>ボスについて</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あきひろ い</dc:creator>
  <cp:lastModifiedBy>TN C</cp:lastModifiedBy>
  <cp:revision>22</cp:revision>
  <dcterms:created xsi:type="dcterms:W3CDTF">2026-06-19T07:12:04Z</dcterms:created>
  <dcterms:modified xsi:type="dcterms:W3CDTF">2026-07-03T02:33:44Z</dcterms:modified>
</cp:coreProperties>
</file>